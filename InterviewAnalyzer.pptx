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Interview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Demo — Ranimai</a:t>
            </a:r>
          </a:p>
          <a:p>
            <a:r>
              <a:t>Simple Streamlit prototype + LLM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Interviews are subjective, inconsistent, and time-consuming.</a:t>
            </a:r>
          </a:p>
          <a:p>
            <a:pPr/>
            <a:r>
              <a:t>Solution:</a:t>
            </a:r>
          </a:p>
          <a:p>
            <a:pPr lvl="1"/>
            <a:r>
              <a:t>AI Interview Analyzer: transcribes, scores, and provides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(3-step)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Features:</a:t>
            </a:r>
          </a:p>
          <a:p>
            <a:pPr lvl="1"/>
            <a:r>
              <a:t>Upload audio or paste transcript</a:t>
            </a:r>
          </a:p>
          <a:p>
            <a:pPr lvl="1"/>
            <a:r>
              <a:t>Automatic transcription (Whisper)</a:t>
            </a:r>
          </a:p>
          <a:p>
            <a:pPr lvl="1"/>
            <a:r>
              <a:t>LLM-based analysis (scores &amp; suggestions)</a:t>
            </a:r>
          </a:p>
          <a:p>
            <a:pPr lvl="1"/>
            <a:r>
              <a:t>Downloadable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(how it works)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1) Upload audio or paste transcript</a:t>
            </a:r>
          </a:p>
          <a:p>
            <a:r>
              <a:t>2) Click Analyze</a:t>
            </a:r>
          </a:p>
          <a:p>
            <a:r>
              <a:t>3) View scores, summary, and 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(shortened):</a:t>
            </a:r>
          </a:p>
          <a:p>
            <a:pPr lvl="1"/>
            <a:r>
              <a:t>You are an AI Interview Analyzer. Analyze the transcript and provide summary, tone, confidence (0-100), clarity scores, strengths, and suggestions.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Streamlit app (app.py)</a:t>
            </a:r>
          </a:p>
          <a:p>
            <a:pPr lvl="1"/>
            <a:r>
              <a:t>Demo video (screen recording)</a:t>
            </a:r>
          </a:p>
          <a:p>
            <a:pPr lvl="1"/>
            <a:r>
              <a:t>Documentation PDF</a:t>
            </a:r>
          </a:p>
          <a:p>
            <a:pPr lvl="1"/>
            <a:r>
              <a:t>PPT slides</a:t>
            </a:r>
          </a:p>
          <a:p>
            <a:pPr lvl="1"/>
            <a:r>
              <a:t>Sample audio / transcript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